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BENCHMARK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테스트 결과  ·  120초 측정</a:t>
            </a:r>
            <a:endParaRPr lang="en-US" sz="2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77240"/>
                <a:gridCol w="1005840"/>
                <a:gridCol w="1097280"/>
                <a:gridCol w="1005840"/>
                <a:gridCol w="1051560"/>
                <a:gridCol w="1005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 (A~D)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틱(ms)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틱(ms)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최소 틱(ms)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소비(ms)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메모리 MB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6F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더블 스왑 · 링 버퍼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2625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13.16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55.87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7.14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0.0116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/ 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이벤트 큐 · 링 버퍼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2628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13.98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41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1299.13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7.17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0.0140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/ 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더블 스왑 · 가변 버퍼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2624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12.14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283.46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0413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0.6805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 / 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더블 스왑 · 가변 버퍼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2643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395.90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21.65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0.0092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4A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 / 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↔ B</a:t>
            </a:r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전달 큐 비교 (링·그리드 고정)   </a:t>
            </a:r>
            <a:pPr indent="0" marL="0">
              <a:buNone/>
            </a:pPr>
            <a:r>
              <a:rPr lang="en-US" sz="1200" b="1" dirty="0">
                <a:solidFill>
                  <a:srgbClr val="0B6F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↔ C</a:t>
            </a:r>
            <a:pPr indent="0" marL="0">
              <a:buNone/>
            </a:pPr>
            <a:r>
              <a:rPr lang="en-US" sz="1200" dirty="0">
                <a:solidFill>
                  <a:srgbClr val="3A4A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수신 버퍼 비교 (더블 스왑·그리드 고정)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최고 틱: 이벤트 큐(B)는 1299ms까지 튐 — 락 경합이 스파이크로 드러남.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큐 소비 시간: 대부분 0.01ms대로 전체 틱(수 ms)에 묻힘 → 소비 시간을 분리 측정해야 차이가 보임.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메모리: 8~10MB로 안정적. (표기: 현재 / Peak)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부하 테스트 결과 표</dc:title>
  <dc:subject>PptxGenJS Presentation</dc:subject>
  <dc:creator>PptxGenJS</dc:creator>
  <cp:lastModifiedBy>PptxGenJS</cp:lastModifiedBy>
  <cp:revision>1</cp:revision>
  <dcterms:created xsi:type="dcterms:W3CDTF">2026-07-07T09:20:59Z</dcterms:created>
  <dcterms:modified xsi:type="dcterms:W3CDTF">2026-07-07T09:20:59Z</dcterms:modified>
</cp:coreProperties>
</file>